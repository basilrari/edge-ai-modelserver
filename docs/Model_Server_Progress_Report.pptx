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1F5F9"/>
                </a:solidFill>
                <a:latin typeface="Calibri"/>
              </a:rPr>
              <a:t>Model Server — Progress Report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38BDF8"/>
                </a:solidFill>
                <a:latin typeface="Calibri"/>
              </a:rPr>
              <a:t>Context-Aware Adaptive Perception for Flood-Rescue UAVs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Platform:  NVIDIA Jetson Orin · TensorRT · FastAPI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Scope:  Onboard vision inference + adaptive model orchestration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Status:  Working prototype — flood + human + combined rescue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My Role in the 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I own the Model Server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10972800" cy="237744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/>
          <a:lstStyle/>
          <a:p>
            <a:pPr algn="ctr"/>
            <a:r>
              <a:rPr sz="1500">
                <a:solidFill>
                  <a:srgbClr val="F1F5F9"/>
                </a:solidFill>
                <a:latin typeface="Consolas"/>
              </a:rPr>
              <a:t>User prompt --&gt; Gateway --&gt; LLM  (decides intent)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             |</a:t>
            </a:r>
          </a:p>
          <a:p>
            <a:r>
              <a:rPr sz="1500">
                <a:solidFill>
                  <a:srgbClr val="38BDF8"/>
                </a:solidFill>
                <a:latin typeface="Consolas"/>
              </a:rPr>
              <a:t>                   |----&gt;  ► MODEL SERVER   (my scope: vision + model switch)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             |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             |----&gt;  Rule Gate --&gt; Drone Server  (flight control)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             v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           Reply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Upstream (not mine): Gateway, LLM, user interface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Downstream (not mine): Rule Gate, Drone Server, flight control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Mine: deterministic, real-time perception + adaptive compute on the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What the Model Server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Starts idle; runs inference only when a tool is activated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863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Flood classification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ResNet18 — Flooded / Non-Flooded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Flood segmentation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DeepLabv3+ (MobileNetV3) — mask + flood ratio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Human detection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YOLOv8n — person bounding boxes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Combined rescue mode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Flood grid + humans on the same frame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Localization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Simulated GPS for flooded cell + each human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Acceleration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TensorRT engines, CUDA streams, FP16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Adaptation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Context-aware selection + smart segmentation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Interfaces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REST /tool, live WS /ws/live, dashboard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System Architecture — Adaptive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/>
          <a:lstStyle/>
          <a:p>
            <a:pPr algn="ctr"/>
            <a:r>
              <a:rPr sz="1500">
                <a:solidFill>
                  <a:srgbClr val="F1F5F9"/>
                </a:solidFill>
                <a:latin typeface="Consolas"/>
              </a:rPr>
              <a:t>  Camera frame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|</a:t>
            </a:r>
          </a:p>
          <a:p>
            <a:r>
              <a:rPr sz="1500">
                <a:solidFill>
                  <a:srgbClr val="38BDF8"/>
                </a:solidFill>
                <a:latin typeface="Consolas"/>
              </a:rPr>
              <a:t>  ► Context Evaluator   CPU/GPU/mem (real) + UAV/mission (sim)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|</a:t>
            </a:r>
          </a:p>
          <a:p>
            <a:r>
              <a:rPr sz="1500">
                <a:solidFill>
                  <a:srgbClr val="38BDF8"/>
                </a:solidFill>
                <a:latin typeface="Consolas"/>
              </a:rPr>
              <a:t>  ► Model Selector      which model leads + run/skip segmenter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|</a:t>
            </a:r>
          </a:p>
          <a:p>
            <a:r>
              <a:rPr sz="1500">
                <a:solidFill>
                  <a:srgbClr val="38BDF8"/>
                </a:solidFill>
                <a:latin typeface="Consolas"/>
              </a:rPr>
              <a:t>  ► Model Manager       lazy load + cache + TensorRT engines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|</a:t>
            </a:r>
          </a:p>
          <a:p>
            <a:r>
              <a:rPr sz="1500">
                <a:solidFill>
                  <a:srgbClr val="38BDF8"/>
                </a:solidFill>
                <a:latin typeface="Consolas"/>
              </a:rPr>
              <a:t>  ► Inference Engine    preprocess -&gt; infer -&gt; postprocess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|</a:t>
            </a:r>
          </a:p>
          <a:p>
            <a:r>
              <a:rPr sz="1500">
                <a:solidFill>
                  <a:srgbClr val="38BDF8"/>
                </a:solidFill>
                <a:latin typeface="Consolas"/>
              </a:rPr>
              <a:t>  ► Performance Monitor FPS · latency · power · memory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|</a:t>
            </a:r>
          </a:p>
          <a:p>
            <a:r>
              <a:rPr sz="1500">
                <a:solidFill>
                  <a:srgbClr val="F1F5F9"/>
                </a:solidFill>
                <a:latin typeface="Consolas"/>
              </a:rPr>
              <a:t>      v  outputs --&gt; dashboard / WebSocket / (future) ROS topics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Node Responsibilities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Task Session  ·  core/task_session.py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Active tool state: idle / detect_flood / detect_human / detect_combined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Entry point for Gateway/LLM via POST /tool; triggers warmup + inference</a:t>
            </a:r>
          </a:p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Context Evaluator  ·  core/context_evaluator.py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System context: CPU, memory, GPU load (REAL)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UAV / environment / mission context currently SIMULATED (no FC yet)</a:t>
            </a:r>
          </a:p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Model Selector  ·  core/model_selector.py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Chooses primary model from flood ratio (ResNet18 &lt;-&gt; DeepLabv3+)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Gates the expensive segmenter on battery / CPU constraints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Node Responsibilities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Model Manager  ·  core/model_manager.py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Lazy load, cache, unload/switch; picks TensorRT engine when available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Falls back to PyTorch if an engine is missing</a:t>
            </a:r>
          </a:p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Inference Engine  ·  core/inference_engine.py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Pinned-memory preprocessing, FP16 autocast, CUDA-stream execution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Stable output contract (label / mask+ratio / boxes) across backends</a:t>
            </a:r>
          </a:p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Performance Monitor  ·  core/power_monitor.py + payload metrics</a:t>
            </a:r>
          </a:p>
          <a:p>
            <a:pPr algn="l" lvl="1">
              <a:spcAft>
                <a:spcPts val="7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FPS, latency, memory, CPU, Jetson power (tegrastats VDD_IN)</a:t>
            </a:r>
          </a:p>
          <a:p>
            <a:pPr algn="l">
              <a:spcAft>
                <a:spcPts val="7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Supporting: model_warmup, inference_gate, flood_grid (GPS), trt_runner, gpu_runtime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Live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Operate and observe the server in real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Input source: live camera OR offline video upload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Task buttons: Test flood · Test human · Test both · Stop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Live feed: annotated frames over WebSocket (flood grid, human boxes)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Flood panel: status, ratio, primary model, most-flooded-cell GPS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Human panel: count + per-person GPS (bbox centroid)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Performance panel: latency, FPS, memory, CPU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Power panel: idle / inference / extra watts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Offline panel: stride, altitude, export path -&gt; auto report + plots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Offline Benchmark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Reproducible per-frame evaluation on real footage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Upload video -&gt; run a tool -&gt; export per-video folder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Outputs: overlay MP4, metrics.csv (one row/frame), plots, HTML/MD report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Stride = 1  -&gt;  genuine time series (no interpolation)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12 clips processed (archive, YouTube, drone rescue, synthetic)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4ADE80"/>
                </a:solidFill>
                <a:latin typeface="Calibri"/>
              </a:rPr>
              <a:t>Chosen for deep analysis:  chittur_river_rescue  (combined mode)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Why chittur_river_rescue Is the Best 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Only clip exercising the full rescue pipeline at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  <a:gridCol w="53035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detect_combined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Flood AND human paths both active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Mean flood ratio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0.57 (0.46-0.70)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Above 0.20 -&gt; segmenter stays active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Mean humans/frame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1.68 (1-3)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Multiple people -&gt; per-human GPS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Mean FPS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34.5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Highest among combined+human clips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Steady p95 latency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30.1 ms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Tight, stable distribution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FBBF24"/>
                </a:solidFill>
                <a:latin typeface="Calibri"/>
              </a:rPr>
              <a:t>Represents the actual mission: people stranded in flood water — flood mapping + human localization simultaneously.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Results — Per-Frame Overview (chittur)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120 frames · combined mode · 50 m simulated altitude · stride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_per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45920"/>
            <a:ext cx="9601200" cy="11521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Results — Latency Breakdown (Steady 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7498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82880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Mean (ms)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Classification (ResNet18)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TensorRT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Segmentation (DeepLabv3+)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TensorRT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Human + compose (YOLOv8n)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~14.5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TensorRT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Total inference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31.2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Total latency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end-to-end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737360"/>
            <a:ext cx="33832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•  Steady-state: mean 28.7 · p50 28.6 · p95 30.1 ms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•  Sustained ~34.5 FPS in full combined mode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F1F5F9"/>
                </a:solidFill>
                <a:latin typeface="Calibri"/>
              </a:rPr>
              <a:t>•  Segmentation = largest single cost -&gt; the target of adaptation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Tradeoff 1 — Cold Start vs Steady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ries_total_latency_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737360"/>
            <a:ext cx="4937760" cy="1571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85216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First frame: 436 ms   vs   steady ~29 ms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Cause: one-time model load + GPU warmup</a:t>
            </a:r>
          </a:p>
          <a:p>
            <a:pPr algn="l" lvl="1">
              <a:spcAft>
                <a:spcPts val="1200"/>
              </a:spcAft>
            </a:pPr>
            <a:r>
              <a:rPr sz="1300" b="0" i="0">
                <a:solidFill>
                  <a:srgbClr val="94A3B8"/>
                </a:solidFill>
                <a:latin typeface="Calibri"/>
              </a:rPr>
              <a:t>clf 134 ms + seg 53 ms + human 3.4 ms = 191 ms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Single outlier inflates mean (32.1 ± 37.2 ms)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Steady-state p95 is only 30 ms — true operating point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Takeaway: warm up before flight; report steady-state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Tradeoff 2 — Logical Switch vs Physical Swap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The key design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5486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Logical primary switch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0.016 ms avg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Both models stay loaded; change leader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Physical model swap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255 ms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Unload clf + load seg (worst case)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1089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36 switches over 50 steps cost ~0.016 ms each — effectively free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Physical swap is ~16,000x slower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Decision: keep both flood models resident, switch logically -&gt; no stutter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Cost: higher VRAM (acceptable on Orin for 2 small models)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Tradeoff 3 — Smart Segmentation (Accuracy vs Speed)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DeepLab is the most expensive stage — run it only when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Policy: skip segmentation when classifier says 'dry' + periodic refresh + hysteresis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Dry scenes: classifier-only (~6 ms) instead of clf+seg (~17 ms)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Flood scenes (like chittur): segmenter forced active -&gt; full accuracy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Tradeoff: small risk of late flood onset, bounded by SEG_INTERVAL refresh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Net effect: spend GPU budget where flood actually exists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Tradeoff 4 — Altitude vs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deoff_altitud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75488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60350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Higher altitude -&gt; wider ground coverage per frame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But -&gt; coarser pixels (GSD) -&gt; small humans / flood edges shrink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Lower altitude -&gt; sharper detail, less area, more passes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Benchmark simulates altitude via resize (pre-flight study)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1F5F9"/>
                </a:solidFill>
                <a:latin typeface="Calibri"/>
              </a:rPr>
              <a:t>•  Implication: choose altitude per mission (search wide vs inspect close)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Resource Usage (chittur, combined mode)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38BDF8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Memory (RSS)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~1.22 GB stable (no leak across 120 frames)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CPU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~26% mean (12-45%)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Flood ratio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0.46-0.70 (consistently flooded)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Humans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1-3 per frame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F1F5F9"/>
                          </a:solidFill>
                          <a:latin typeface="Calibri"/>
                        </a:rPr>
                        <a:t>not captured in this offline run (tegrastats live-only)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0624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Memory flat -&gt; clean lazy-load + cache, no per-frame growth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CPU headroom remains for the rest of the onboard stack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Cross-Video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8BDF8"/>
                </a:solidFill>
                <a:latin typeface="Calibri"/>
              </a:rPr>
              <a:t>Stable behavior across very different footage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645920"/>
                <a:gridCol w="1463040"/>
                <a:gridCol w="1645920"/>
                <a:gridCol w="1280160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Video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Frames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FPS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p95 ms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Flood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Humans</a:t>
                      </a:r>
                    </a:p>
                  </a:txBody>
                  <a:tcPr marL="91440" marT="27432" marB="27432">
                    <a:solidFill>
                      <a:srgbClr val="141E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chittur_river_rescue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34.5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30.1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kherson_drone_rescue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1033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37.4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28.8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archive_flood_airfield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2177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21.8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55.5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archive_flood_1955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26.9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50.0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youtube_cumbria_rescue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59.0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Calibri"/>
                        </a:rPr>
                        <a:t>2.29</a:t>
                      </a:r>
                    </a:p>
                  </a:txBody>
                  <a:tcPr marL="91440" marT="27432" marB="27432">
                    <a:solidFill>
                      <a:srgbClr val="0A0F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9377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FBBF24"/>
                </a:solidFill>
                <a:latin typeface="Calibri"/>
              </a:rPr>
              <a:t>Higher-res / busier clips cost more per frame, but the pipeline stays stable (no crashes, no memory growth) over 2000+ frame runs.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Real-time on the edge: ~34 FPS, p95 30 ms in full combined rescue mode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Adaptation works: logical switching is free; smart segmentation saves the most expensive stage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Stable: flat memory, tight latency over long runs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Honest scope: UAV state + GPS are SIMULATED; vision + compute adaptation are REAL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Clean boundaries: drop-in perception node for the Gateway/LLM stack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1F5F9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01168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Limitations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Lightweight test weights -&gt; results validate the pipeline, not operational accuracy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UAV context simulated; power not logged offline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One model per task slot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1F5F9"/>
                </a:solidFill>
                <a:latin typeface="Calibri"/>
              </a:rPr>
              <a:t>•  Planned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Real context schema + mission-linked policy + decision logging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Closed loop: Performance Monitor -&gt; Model Selector (auto-degrade under load)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Model registry + 2nd-tier models (MobileNetV2, UNet-Light, YOLOv8s)</a:t>
            </a:r>
          </a:p>
          <a:p>
            <a:pPr algn="l" lvl="1">
              <a:spcAft>
                <a:spcPts val="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Flight integration (Pixhawk/ROS 2) for real GPS — interface-first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1F5F9"/>
                </a:solidFill>
                <a:latin typeface="Calibri"/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38BDF8"/>
                </a:solidFill>
                <a:latin typeface="Calibri"/>
              </a:rPr>
              <a:t>Model Server — adaptive, real-time, edge perception for flood-rescue UAVs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38912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Repo:  github.com/aykumar21/Drone_LLM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Stack:  Python · FastAPI · PyTorch · TensorRT · CUDA · YOLOv8 · Jetson Orin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